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4" r:id="rId4"/>
    <p:sldId id="263" r:id="rId5"/>
    <p:sldId id="257" r:id="rId6"/>
    <p:sldId id="265" r:id="rId7"/>
    <p:sldId id="258" r:id="rId8"/>
    <p:sldId id="266" r:id="rId9"/>
    <p:sldId id="259" r:id="rId10"/>
    <p:sldId id="261" r:id="rId11"/>
    <p:sldId id="262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7688-0DFC-4B73-B04F-732BE01E4DE8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68711-E264-4A52-AFB8-71BA7EE2A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132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7688-0DFC-4B73-B04F-732BE01E4DE8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68711-E264-4A52-AFB8-71BA7EE2A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8983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7688-0DFC-4B73-B04F-732BE01E4DE8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68711-E264-4A52-AFB8-71BA7EE2A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92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7688-0DFC-4B73-B04F-732BE01E4DE8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68711-E264-4A52-AFB8-71BA7EE2A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084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7688-0DFC-4B73-B04F-732BE01E4DE8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68711-E264-4A52-AFB8-71BA7EE2A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50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7688-0DFC-4B73-B04F-732BE01E4DE8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68711-E264-4A52-AFB8-71BA7EE2A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2283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7688-0DFC-4B73-B04F-732BE01E4DE8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68711-E264-4A52-AFB8-71BA7EE2A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00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7688-0DFC-4B73-B04F-732BE01E4DE8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68711-E264-4A52-AFB8-71BA7EE2A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741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7688-0DFC-4B73-B04F-732BE01E4DE8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68711-E264-4A52-AFB8-71BA7EE2A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725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7688-0DFC-4B73-B04F-732BE01E4DE8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68711-E264-4A52-AFB8-71BA7EE2A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149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7688-0DFC-4B73-B04F-732BE01E4DE8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68711-E264-4A52-AFB8-71BA7EE2A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832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47688-0DFC-4B73-B04F-732BE01E4DE8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68711-E264-4A52-AFB8-71BA7EE2A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079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81" y="1122363"/>
            <a:ext cx="7396446" cy="4542075"/>
          </a:xfrm>
          <a:prstGeom prst="rect">
            <a:avLst/>
          </a:prstGeom>
        </p:spPr>
      </p:pic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2" y="-345650"/>
            <a:ext cx="5962256" cy="3353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820" y="4575832"/>
            <a:ext cx="4919243" cy="217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828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45058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 Studio — </a:t>
            </a:r>
            <a:r>
              <a:rPr lang="ru-RU" dirty="0"/>
              <a:t>это мощная </a:t>
            </a:r>
            <a:r>
              <a:rPr lang="ru-RU" b="1" dirty="0"/>
              <a:t>интегрированная среда разработки (</a:t>
            </a:r>
            <a:r>
              <a:rPr lang="en-US" b="1" dirty="0"/>
              <a:t>IDE)</a:t>
            </a:r>
            <a:r>
              <a:rPr lang="en-US" dirty="0"/>
              <a:t>, </a:t>
            </a:r>
            <a:r>
              <a:rPr lang="ru-RU" dirty="0"/>
              <a:t>которая предоставляет огромный набор инструментов для повышения продуктивности разработчика </a:t>
            </a:r>
            <a:r>
              <a:rPr lang="en-US" dirty="0"/>
              <a:t>C#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70" y="2184547"/>
            <a:ext cx="10317030" cy="4351338"/>
          </a:xfrm>
        </p:spPr>
      </p:pic>
    </p:spTree>
    <p:extLst>
      <p:ext uri="{BB962C8B-B14F-4D97-AF65-F5344CB8AC3E}">
        <p14:creationId xmlns:p14="http://schemas.microsoft.com/office/powerpoint/2010/main" val="2829993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84722"/>
            <a:ext cx="10515600" cy="1325563"/>
          </a:xfrm>
        </p:spPr>
        <p:txBody>
          <a:bodyPr>
            <a:noAutofit/>
          </a:bodyPr>
          <a:lstStyle/>
          <a:p>
            <a:r>
              <a:rPr lang="en-US" sz="2800" b="1" dirty="0"/>
              <a:t>WSL</a:t>
            </a:r>
            <a:r>
              <a:rPr lang="en-US" sz="2800" dirty="0"/>
              <a:t> </a:t>
            </a:r>
            <a:r>
              <a:rPr lang="ru-RU" sz="2800" dirty="0"/>
              <a:t>или </a:t>
            </a:r>
            <a:r>
              <a:rPr lang="en-US" sz="2800" b="1" dirty="0"/>
              <a:t>Windows Subsystem for Linux</a:t>
            </a:r>
            <a:r>
              <a:rPr lang="en-US" sz="2800" dirty="0"/>
              <a:t> </a:t>
            </a:r>
            <a:r>
              <a:rPr lang="ru-RU" sz="2800" dirty="0"/>
              <a:t>позволяет разработчикам запускать окружение </a:t>
            </a:r>
            <a:r>
              <a:rPr lang="en-US" sz="2800" dirty="0"/>
              <a:t>GNU/Linux (</a:t>
            </a:r>
            <a:r>
              <a:rPr lang="ru-RU" sz="2800" dirty="0"/>
              <a:t>и ряд приложений </a:t>
            </a:r>
            <a:r>
              <a:rPr lang="en-US" sz="2800" dirty="0"/>
              <a:t>Linux) </a:t>
            </a:r>
            <a:r>
              <a:rPr lang="ru-RU" sz="2800" dirty="0"/>
              <a:t>непосредственно на </a:t>
            </a:r>
            <a:r>
              <a:rPr lang="en-US" sz="2800" dirty="0"/>
              <a:t>Windows </a:t>
            </a:r>
            <a:r>
              <a:rPr lang="ru-RU" sz="2800" dirty="0"/>
              <a:t>без использования виртуальной машины. Что может быть полезно при создании и тестировании приложений для </a:t>
            </a:r>
            <a:r>
              <a:rPr lang="en-US" sz="2800" dirty="0"/>
              <a:t>Linux </a:t>
            </a:r>
            <a:r>
              <a:rPr lang="ru-RU" sz="2800" dirty="0"/>
              <a:t>без необходимости переключения между операционными системами.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220" y="2776026"/>
            <a:ext cx="8806884" cy="306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079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96" y="1120950"/>
            <a:ext cx="9869204" cy="4351338"/>
          </a:xfrm>
        </p:spPr>
      </p:pic>
    </p:spTree>
    <p:extLst>
      <p:ext uri="{BB962C8B-B14F-4D97-AF65-F5344CB8AC3E}">
        <p14:creationId xmlns:p14="http://schemas.microsoft.com/office/powerpoint/2010/main" val="1492755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457" y="1974278"/>
            <a:ext cx="9394577" cy="3674492"/>
          </a:xfrm>
        </p:spPr>
      </p:pic>
    </p:spTree>
    <p:extLst>
      <p:ext uri="{BB962C8B-B14F-4D97-AF65-F5344CB8AC3E}">
        <p14:creationId xmlns:p14="http://schemas.microsoft.com/office/powerpoint/2010/main" val="3413309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223" y="2765137"/>
            <a:ext cx="9748890" cy="1840419"/>
          </a:xfrm>
        </p:spPr>
      </p:pic>
    </p:spTree>
    <p:extLst>
      <p:ext uri="{BB962C8B-B14F-4D97-AF65-F5344CB8AC3E}">
        <p14:creationId xmlns:p14="http://schemas.microsoft.com/office/powerpoint/2010/main" val="3782016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27" y="546931"/>
            <a:ext cx="4306973" cy="5031827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250" y="1027905"/>
            <a:ext cx="5723423" cy="256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884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37" y="1984302"/>
            <a:ext cx="10751437" cy="3158149"/>
          </a:xfrm>
        </p:spPr>
      </p:pic>
    </p:spTree>
    <p:extLst>
      <p:ext uri="{BB962C8B-B14F-4D97-AF65-F5344CB8AC3E}">
        <p14:creationId xmlns:p14="http://schemas.microsoft.com/office/powerpoint/2010/main" val="290720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632" y="509572"/>
            <a:ext cx="3161407" cy="5657257"/>
          </a:xfrm>
        </p:spPr>
      </p:pic>
    </p:spTree>
    <p:extLst>
      <p:ext uri="{BB962C8B-B14F-4D97-AF65-F5344CB8AC3E}">
        <p14:creationId xmlns:p14="http://schemas.microsoft.com/office/powerpoint/2010/main" val="1020052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343" y="2056767"/>
            <a:ext cx="5159992" cy="2112561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071" y="511727"/>
            <a:ext cx="3419491" cy="60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103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8" y="1304793"/>
            <a:ext cx="5983332" cy="4718501"/>
          </a:xfr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753" y="2199269"/>
            <a:ext cx="5917686" cy="292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08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916" y="1690688"/>
            <a:ext cx="6228848" cy="4351338"/>
          </a:xfrm>
        </p:spPr>
      </p:pic>
    </p:spTree>
    <p:extLst>
      <p:ext uri="{BB962C8B-B14F-4D97-AF65-F5344CB8AC3E}">
        <p14:creationId xmlns:p14="http://schemas.microsoft.com/office/powerpoint/2010/main" val="557489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679" y="748475"/>
            <a:ext cx="6382641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907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996" y="1027906"/>
            <a:ext cx="5506621" cy="4351338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413" y="883914"/>
            <a:ext cx="5138956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954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276" y="1125893"/>
            <a:ext cx="6925620" cy="4556120"/>
          </a:xfrm>
        </p:spPr>
      </p:pic>
    </p:spTree>
    <p:extLst>
      <p:ext uri="{BB962C8B-B14F-4D97-AF65-F5344CB8AC3E}">
        <p14:creationId xmlns:p14="http://schemas.microsoft.com/office/powerpoint/2010/main" val="248793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884" y="2399252"/>
            <a:ext cx="6952842" cy="3326667"/>
          </a:xfrm>
        </p:spPr>
      </p:pic>
    </p:spTree>
    <p:extLst>
      <p:ext uri="{BB962C8B-B14F-4D97-AF65-F5344CB8AC3E}">
        <p14:creationId xmlns:p14="http://schemas.microsoft.com/office/powerpoint/2010/main" val="3634993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43" y="1900267"/>
            <a:ext cx="5029902" cy="943107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77" y="2988140"/>
            <a:ext cx="5582429" cy="196242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97" y="5095330"/>
            <a:ext cx="6887536" cy="115268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517" y="1739255"/>
            <a:ext cx="4058216" cy="120031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200" y="3394706"/>
            <a:ext cx="5734850" cy="140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6816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6</Words>
  <Application>Microsoft Office PowerPoint</Application>
  <PresentationFormat>Широкоэкранный</PresentationFormat>
  <Paragraphs>2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Презентация PowerPoint</vt:lpstr>
      <vt:lpstr>Visual Studio — это мощная интегрированная среда разработки (IDE), которая предоставляет огромный набор инструментов для повышения продуктивности разработчика C#</vt:lpstr>
      <vt:lpstr>WSL или Windows Subsystem for Linux позволяет разработчикам запускать окружение GNU/Linux (и ряд приложений Linux) непосредственно на Windows без использования виртуальной машины. Что может быть полезно при создании и тестировании приложений для Linux без необходимости переключения между операционными системами.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GOLD</dc:creator>
  <cp:lastModifiedBy>GOLD</cp:lastModifiedBy>
  <cp:revision>8</cp:revision>
  <dcterms:created xsi:type="dcterms:W3CDTF">2026-01-30T22:39:02Z</dcterms:created>
  <dcterms:modified xsi:type="dcterms:W3CDTF">2026-01-30T23:47:24Z</dcterms:modified>
</cp:coreProperties>
</file>