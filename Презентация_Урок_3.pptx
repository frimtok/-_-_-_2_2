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70" r:id="rId13"/>
    <p:sldId id="267" r:id="rId14"/>
    <p:sldId id="271" r:id="rId15"/>
    <p:sldId id="272" r:id="rId16"/>
    <p:sldId id="25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24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43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13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83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34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7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74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79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29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29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75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4BFF2-72B0-4C59-9FFD-4DA6AC01586C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05E6E-823A-4CAC-A949-6F86A3414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70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Массивы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И</a:t>
            </a:r>
            <a:br>
              <a:rPr lang="ru-RU" sz="4000" dirty="0" smtClean="0"/>
            </a:br>
            <a:r>
              <a:rPr lang="ru-RU" sz="4000" dirty="0" smtClean="0"/>
              <a:t>Циклы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04797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017" y="1690688"/>
            <a:ext cx="7431181" cy="4351338"/>
          </a:xfrm>
        </p:spPr>
      </p:pic>
    </p:spTree>
    <p:extLst>
      <p:ext uri="{BB962C8B-B14F-4D97-AF65-F5344CB8AC3E}">
        <p14:creationId xmlns:p14="http://schemas.microsoft.com/office/powerpoint/2010/main" val="54669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121" y="2081933"/>
            <a:ext cx="4315995" cy="1986727"/>
          </a:xfrm>
        </p:spPr>
      </p:pic>
    </p:spTree>
    <p:extLst>
      <p:ext uri="{BB962C8B-B14F-4D97-AF65-F5344CB8AC3E}">
        <p14:creationId xmlns:p14="http://schemas.microsoft.com/office/powerpoint/2010/main" val="66117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11" y="2307222"/>
            <a:ext cx="6077798" cy="905001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430" y="4051214"/>
            <a:ext cx="2457793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14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497" y="1815187"/>
            <a:ext cx="2867425" cy="106694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497" y="3370217"/>
            <a:ext cx="3019846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55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63" y="2158495"/>
            <a:ext cx="2438740" cy="866896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273" y="3753409"/>
            <a:ext cx="2286319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11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935" y="2069346"/>
            <a:ext cx="4305901" cy="109552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814" y="3543532"/>
            <a:ext cx="2486372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1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880220" y="16906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-apple-system"/>
              </a:rPr>
              <a:t>Иногда возникает ситуация, когда требуется выйти из цикла, не дожидаясь его завершения. В этом случае мы можем воспользоваться оператором 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break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348" y="2687793"/>
            <a:ext cx="4067743" cy="13146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919" y="5049053"/>
            <a:ext cx="2772162" cy="131463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704051" y="4317962"/>
            <a:ext cx="79583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-apple-system"/>
              </a:rPr>
              <a:t> при проверке цикл не завершался, а просто пропускает текущую итерацию. Для этого мы можем воспользоваться оператором 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-apple-system"/>
              </a:rPr>
              <a:t>continue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85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440" y="1095783"/>
            <a:ext cx="4432671" cy="4351338"/>
          </a:xfrm>
        </p:spPr>
      </p:pic>
    </p:spTree>
    <p:extLst>
      <p:ext uri="{BB962C8B-B14F-4D97-AF65-F5344CB8AC3E}">
        <p14:creationId xmlns:p14="http://schemas.microsoft.com/office/powerpoint/2010/main" val="3951482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 каждый месяц банк начисляет к сумме вклада 7% от суммы. Напишите консольную программу, в которую пользователь вводит сумму вклада и количество месяцев. А банк вычисляет конечную сумму вклада с учетом начисления процентов за каждый месяц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5681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60" y="169537"/>
            <a:ext cx="5894635" cy="3067194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10" y="3236731"/>
            <a:ext cx="7423274" cy="363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30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115805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Найдите количество положительных чисел в массиве</a:t>
            </a:r>
          </a:p>
          <a:p>
            <a:pPr marL="0" indent="0" algn="ctr">
              <a:buNone/>
            </a:pPr>
            <a:r>
              <a:rPr lang="ru-RU" sz="4400" dirty="0" smtClean="0"/>
              <a:t> </a:t>
            </a:r>
            <a:r>
              <a:rPr lang="ru-RU" sz="4400" dirty="0"/>
              <a:t>{ -4, -3, -2, -1,0, 1, 2, 3, 4 };</a:t>
            </a:r>
          </a:p>
        </p:txBody>
      </p:sp>
    </p:spTree>
    <p:extLst>
      <p:ext uri="{BB962C8B-B14F-4D97-AF65-F5344CB8AC3E}">
        <p14:creationId xmlns:p14="http://schemas.microsoft.com/office/powerpoint/2010/main" val="26393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282" y="2689499"/>
            <a:ext cx="5220429" cy="2019582"/>
          </a:xfrm>
        </p:spPr>
      </p:pic>
    </p:spTree>
    <p:extLst>
      <p:ext uri="{BB962C8B-B14F-4D97-AF65-F5344CB8AC3E}">
        <p14:creationId xmlns:p14="http://schemas.microsoft.com/office/powerpoint/2010/main" val="3790049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27321" y="2606771"/>
            <a:ext cx="39766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200" dirty="0" smtClean="0"/>
              <a:t>Инвентируйте массив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10060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679" y="2462792"/>
            <a:ext cx="6382641" cy="3077004"/>
          </a:xfrm>
        </p:spPr>
      </p:pic>
    </p:spTree>
    <p:extLst>
      <p:ext uri="{BB962C8B-B14F-4D97-AF65-F5344CB8AC3E}">
        <p14:creationId xmlns:p14="http://schemas.microsoft.com/office/powerpoint/2010/main" val="279133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07" y="1825625"/>
            <a:ext cx="9145785" cy="4351338"/>
          </a:xfrm>
        </p:spPr>
      </p:pic>
    </p:spTree>
    <p:extLst>
      <p:ext uri="{BB962C8B-B14F-4D97-AF65-F5344CB8AC3E}">
        <p14:creationId xmlns:p14="http://schemas.microsoft.com/office/powerpoint/2010/main" val="7989294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95</Words>
  <Application>Microsoft Office PowerPoint</Application>
  <PresentationFormat>Широкоэкранный</PresentationFormat>
  <Paragraphs>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Тема Office</vt:lpstr>
      <vt:lpstr>Массивы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Массивы</dc:title>
  <dc:creator>GOLD</dc:creator>
  <cp:lastModifiedBy>GOLD</cp:lastModifiedBy>
  <cp:revision>3</cp:revision>
  <dcterms:created xsi:type="dcterms:W3CDTF">2026-02-13T23:41:54Z</dcterms:created>
  <dcterms:modified xsi:type="dcterms:W3CDTF">2026-02-14T00:04:32Z</dcterms:modified>
</cp:coreProperties>
</file>