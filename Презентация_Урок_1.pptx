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1" r:id="rId5"/>
    <p:sldId id="258" r:id="rId6"/>
    <p:sldId id="257" r:id="rId7"/>
    <p:sldId id="260" r:id="rId8"/>
    <p:sldId id="25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431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69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406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43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01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26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76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50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59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70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789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5CC0B-7469-440D-BEF5-AE03D76D955F}" type="datetimeFigureOut">
              <a:rPr lang="ru-RU" smtClean="0"/>
              <a:t>24.01.2026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7F342-E5E6-4EE7-95D9-D090E8144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58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681" y="161126"/>
            <a:ext cx="9289737" cy="63529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52" y="0"/>
            <a:ext cx="100282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9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Составьте 3 алгоритма</a:t>
            </a:r>
            <a:r>
              <a:rPr lang="en-US" dirty="0" smtClean="0"/>
              <a:t>:</a:t>
            </a:r>
            <a:r>
              <a:rPr lang="ru-RU" dirty="0" smtClean="0"/>
              <a:t> линейный, разветвляющий, циклический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315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428" y="1098959"/>
            <a:ext cx="10445271" cy="4288553"/>
          </a:xfrm>
        </p:spPr>
      </p:pic>
    </p:spTree>
    <p:extLst>
      <p:ext uri="{BB962C8B-B14F-4D97-AF65-F5344CB8AC3E}">
        <p14:creationId xmlns:p14="http://schemas.microsoft.com/office/powerpoint/2010/main" val="344452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90" y="-138214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Что делает алгортм?</a:t>
            </a:r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191" y="885616"/>
            <a:ext cx="2734057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91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Создать блок-схему по тексту:</a:t>
            </a:r>
          </a:p>
          <a:p>
            <a:pPr marL="0" indent="0">
              <a:buNone/>
            </a:pPr>
            <a:r>
              <a:rPr lang="ru-RU" dirty="0" smtClean="0"/>
              <a:t>Вводятся исходные дааные. Затем данные обрабатываются и проверяется на корректность, ЕСЛИ не корректные, ТО заного воодятся данные, ЕСЛИ корректные, ТО вызывается процедура. Выводится результат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175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413" y="100668"/>
            <a:ext cx="3274528" cy="6757332"/>
          </a:xfrm>
        </p:spPr>
      </p:pic>
    </p:spTree>
    <p:extLst>
      <p:ext uri="{BB962C8B-B14F-4D97-AF65-F5344CB8AC3E}">
        <p14:creationId xmlns:p14="http://schemas.microsoft.com/office/powerpoint/2010/main" val="928152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09" y="2978092"/>
            <a:ext cx="5331582" cy="1819010"/>
          </a:xfrm>
        </p:spPr>
      </p:pic>
    </p:spTree>
    <p:extLst>
      <p:ext uri="{BB962C8B-B14F-4D97-AF65-F5344CB8AC3E}">
        <p14:creationId xmlns:p14="http://schemas.microsoft.com/office/powerpoint/2010/main" val="229620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495" y="1825625"/>
            <a:ext cx="5081010" cy="4351338"/>
          </a:xfrm>
        </p:spPr>
      </p:pic>
    </p:spTree>
    <p:extLst>
      <p:ext uri="{BB962C8B-B14F-4D97-AF65-F5344CB8AC3E}">
        <p14:creationId xmlns:p14="http://schemas.microsoft.com/office/powerpoint/2010/main" val="3672772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</Words>
  <Application>Microsoft Office PowerPoint</Application>
  <PresentationFormat>Широкоэкранный</PresentationFormat>
  <Paragraphs>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Что делает алгортм?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GOLD</dc:creator>
  <cp:lastModifiedBy>GOLD</cp:lastModifiedBy>
  <cp:revision>2</cp:revision>
  <dcterms:created xsi:type="dcterms:W3CDTF">2026-01-24T00:34:50Z</dcterms:created>
  <dcterms:modified xsi:type="dcterms:W3CDTF">2026-01-24T00:38:40Z</dcterms:modified>
</cp:coreProperties>
</file>