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B891-B6B8-4BCF-8894-286DEAE0D864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4136B-D671-411A-96E5-139AC5A1CC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3611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B891-B6B8-4BCF-8894-286DEAE0D864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4136B-D671-411A-96E5-139AC5A1CC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614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B891-B6B8-4BCF-8894-286DEAE0D864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4136B-D671-411A-96E5-139AC5A1CC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6143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B891-B6B8-4BCF-8894-286DEAE0D864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4136B-D671-411A-96E5-139AC5A1CC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4023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B891-B6B8-4BCF-8894-286DEAE0D864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4136B-D671-411A-96E5-139AC5A1CC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3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B891-B6B8-4BCF-8894-286DEAE0D864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4136B-D671-411A-96E5-139AC5A1CC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9269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B891-B6B8-4BCF-8894-286DEAE0D864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4136B-D671-411A-96E5-139AC5A1CC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5866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B891-B6B8-4BCF-8894-286DEAE0D864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4136B-D671-411A-96E5-139AC5A1CC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2006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B891-B6B8-4BCF-8894-286DEAE0D864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4136B-D671-411A-96E5-139AC5A1CC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8597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B891-B6B8-4BCF-8894-286DEAE0D864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4136B-D671-411A-96E5-139AC5A1CC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1819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B891-B6B8-4BCF-8894-286DEAE0D864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4136B-D671-411A-96E5-139AC5A1CC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428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8B891-B6B8-4BCF-8894-286DEAE0D864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34136B-D671-411A-96E5-139AC5A1CC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1741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0420" y="54210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6000" dirty="0" smtClean="0"/>
              <a:t>двухмерные массивы</a:t>
            </a:r>
            <a:endParaRPr lang="ru-RU" sz="6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1439" y="2222150"/>
            <a:ext cx="5611008" cy="335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107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двухмерных массивов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873" y="1855751"/>
            <a:ext cx="10401981" cy="257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781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467" y="2927681"/>
            <a:ext cx="8091552" cy="951946"/>
          </a:xfrm>
        </p:spPr>
      </p:pic>
    </p:spTree>
    <p:extLst>
      <p:ext uri="{BB962C8B-B14F-4D97-AF65-F5344CB8AC3E}">
        <p14:creationId xmlns:p14="http://schemas.microsoft.com/office/powerpoint/2010/main" val="1068419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704" y="554582"/>
            <a:ext cx="6956427" cy="4143253"/>
          </a:xfrm>
        </p:spPr>
      </p:pic>
      <p:sp>
        <p:nvSpPr>
          <p:cNvPr id="6" name="TextBox 5"/>
          <p:cNvSpPr txBox="1"/>
          <p:nvPr/>
        </p:nvSpPr>
        <p:spPr>
          <a:xfrm>
            <a:off x="3221373" y="4697835"/>
            <a:ext cx="23992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*</a:t>
            </a:r>
            <a:r>
              <a:rPr lang="ru-RU" sz="2400" dirty="0" smtClean="0"/>
              <a:t>Измените вывод на</a:t>
            </a:r>
            <a:r>
              <a:rPr lang="en-US" sz="2400" dirty="0"/>
              <a:t>:</a:t>
            </a:r>
            <a:r>
              <a:rPr lang="ru-RU" sz="2400" dirty="0" smtClean="0"/>
              <a:t> </a:t>
            </a:r>
            <a:br>
              <a:rPr lang="ru-RU" sz="2400" dirty="0" smtClean="0"/>
            </a:br>
            <a:r>
              <a:rPr lang="ru-RU" sz="2400" dirty="0" smtClean="0"/>
              <a:t>8 9</a:t>
            </a:r>
            <a:r>
              <a:rPr lang="en-US" sz="2400" dirty="0" smtClean="0"/>
              <a:t> 4</a:t>
            </a:r>
            <a:br>
              <a:rPr lang="en-US" sz="2400" dirty="0" smtClean="0"/>
            </a:br>
            <a:r>
              <a:rPr lang="en-US" sz="2400" dirty="0" smtClean="0"/>
              <a:t>9 2 1</a:t>
            </a:r>
            <a:endParaRPr lang="ru-RU" sz="2400" dirty="0" smtClean="0"/>
          </a:p>
        </p:txBody>
      </p:sp>
    </p:spTree>
    <p:extLst>
      <p:ext uri="{BB962C8B-B14F-4D97-AF65-F5344CB8AC3E}">
        <p14:creationId xmlns:p14="http://schemas.microsoft.com/office/powerpoint/2010/main" val="1622833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462" y="491777"/>
            <a:ext cx="5434971" cy="4351338"/>
          </a:xfrm>
        </p:spPr>
      </p:pic>
      <p:sp>
        <p:nvSpPr>
          <p:cNvPr id="5" name="TextBox 4"/>
          <p:cNvSpPr txBox="1"/>
          <p:nvPr/>
        </p:nvSpPr>
        <p:spPr>
          <a:xfrm>
            <a:off x="3322040" y="5192786"/>
            <a:ext cx="69628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*Используйте вывод текстов и ещё один с </a:t>
            </a:r>
            <a:r>
              <a:rPr lang="en-US" sz="2400" dirty="0" smtClean="0"/>
              <a:t>bool</a:t>
            </a:r>
            <a:endParaRPr lang="ru-RU" sz="2400" dirty="0" smtClean="0"/>
          </a:p>
        </p:txBody>
      </p:sp>
    </p:spTree>
    <p:extLst>
      <p:ext uri="{BB962C8B-B14F-4D97-AF65-F5344CB8AC3E}">
        <p14:creationId xmlns:p14="http://schemas.microsoft.com/office/powerpoint/2010/main" val="3978217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2135" y="2125346"/>
            <a:ext cx="2813732" cy="2329509"/>
          </a:xfrm>
        </p:spPr>
      </p:pic>
    </p:spTree>
    <p:extLst>
      <p:ext uri="{BB962C8B-B14F-4D97-AF65-F5344CB8AC3E}">
        <p14:creationId xmlns:p14="http://schemas.microsoft.com/office/powerpoint/2010/main" val="1071301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88534" y="818946"/>
            <a:ext cx="10515600" cy="4351338"/>
          </a:xfrm>
        </p:spPr>
        <p:txBody>
          <a:bodyPr>
            <a:normAutofit/>
          </a:bodyPr>
          <a:lstStyle/>
          <a:p>
            <a:r>
              <a:rPr lang="ru-RU" sz="3600" dirty="0"/>
              <a:t>Создайте двумерный массив 3</a:t>
            </a:r>
            <a:r>
              <a:rPr lang="en-US" sz="3600" dirty="0"/>
              <a:t>x3, </a:t>
            </a:r>
            <a:r>
              <a:rPr lang="ru-RU" sz="3600" dirty="0"/>
              <a:t>заполните его числами от 1 до 9. Найдите сумму всех элементов матрицы и выведите результат.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329" y="4004146"/>
            <a:ext cx="5392609" cy="559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18032" y="5002505"/>
            <a:ext cx="60736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*  </a:t>
            </a:r>
            <a:r>
              <a:rPr lang="ru-RU" sz="2000" dirty="0" smtClean="0"/>
              <a:t>Заполните числами </a:t>
            </a:r>
            <a:br>
              <a:rPr lang="ru-RU" sz="2000" dirty="0" smtClean="0"/>
            </a:br>
            <a:r>
              <a:rPr lang="ru-RU" sz="2000" dirty="0" smtClean="0"/>
              <a:t>случайными значениями 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254945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1877" y="1473288"/>
            <a:ext cx="5688246" cy="4351338"/>
          </a:xfrm>
        </p:spPr>
      </p:pic>
    </p:spTree>
    <p:extLst>
      <p:ext uri="{BB962C8B-B14F-4D97-AF65-F5344CB8AC3E}">
        <p14:creationId xmlns:p14="http://schemas.microsoft.com/office/powerpoint/2010/main" val="2428966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996338" y="266299"/>
            <a:ext cx="8679810" cy="5183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800" b="0" i="0" dirty="0" smtClean="0">
                <a:effectLst/>
                <a:latin typeface="quote-cjk-patch"/>
              </a:rPr>
              <a:t>Создайте двумерный массив размером 5</a:t>
            </a:r>
            <a:r>
              <a:rPr lang="en-US" sz="2800" b="0" i="0" dirty="0" smtClean="0">
                <a:effectLst/>
                <a:latin typeface="quote-cjk-patch"/>
              </a:rPr>
              <a:t>x5. </a:t>
            </a:r>
            <a:r>
              <a:rPr lang="ru-RU" sz="2800" b="0" i="0" dirty="0" smtClean="0">
                <a:effectLst/>
                <a:latin typeface="quote-cjk-patch"/>
              </a:rPr>
              <a:t>Заполните его случайными числами от 1 до 50. Найдите и выведите на экран: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 smtClean="0">
                <a:effectLst/>
                <a:latin typeface="quote-cjk-patch"/>
              </a:rPr>
              <a:t>Все четные числа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 smtClean="0">
                <a:effectLst/>
                <a:latin typeface="quote-cjk-patch"/>
              </a:rPr>
              <a:t>Их количество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 smtClean="0">
                <a:effectLst/>
                <a:latin typeface="quote-cjk-patch"/>
              </a:rPr>
              <a:t>Сумму всех четных чисел</a:t>
            </a:r>
          </a:p>
          <a:p>
            <a:pPr algn="just">
              <a:lnSpc>
                <a:spcPct val="150000"/>
              </a:lnSpc>
            </a:pPr>
            <a:r>
              <a:rPr lang="ru-RU" sz="2800" dirty="0" smtClean="0">
                <a:latin typeface="quote-cjk-patch"/>
              </a:rPr>
              <a:t>* добавить отрицательные числа и вывести только положительные</a:t>
            </a:r>
            <a:endParaRPr lang="ru-RU" sz="2800" b="0" i="0" dirty="0">
              <a:effectLst/>
              <a:latin typeface="quote-cjk-patch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2378" y="4872347"/>
            <a:ext cx="3543915" cy="473567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3871" y="5779624"/>
            <a:ext cx="4727490" cy="334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24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933" y="1027906"/>
            <a:ext cx="4970114" cy="5032688"/>
          </a:xfrm>
        </p:spPr>
      </p:pic>
    </p:spTree>
    <p:extLst>
      <p:ext uri="{BB962C8B-B14F-4D97-AF65-F5344CB8AC3E}">
        <p14:creationId xmlns:p14="http://schemas.microsoft.com/office/powerpoint/2010/main" val="1563241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83</Words>
  <Application>Microsoft Office PowerPoint</Application>
  <PresentationFormat>Широкоэкранный</PresentationFormat>
  <Paragraphs>11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quote-cjk-patch</vt:lpstr>
      <vt:lpstr>Тема Office</vt:lpstr>
      <vt:lpstr>Презентация PowerPoint</vt:lpstr>
      <vt:lpstr>двухмерных массивов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GOLD</dc:creator>
  <cp:lastModifiedBy>GOLD</cp:lastModifiedBy>
  <cp:revision>4</cp:revision>
  <dcterms:created xsi:type="dcterms:W3CDTF">2026-02-27T20:53:34Z</dcterms:created>
  <dcterms:modified xsi:type="dcterms:W3CDTF">2026-02-27T21:15:16Z</dcterms:modified>
</cp:coreProperties>
</file>